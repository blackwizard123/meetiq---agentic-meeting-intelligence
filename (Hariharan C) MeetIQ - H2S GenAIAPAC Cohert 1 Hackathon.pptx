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8" r:id="rId12"/>
    <p:sldId id="270" r:id="rId13"/>
    <p:sldId id="266" r:id="rId14"/>
  </p:sldIdLst>
  <p:sldSz cx="9144000" cy="5143500" type="screen16x9"/>
  <p:notesSz cx="6858000" cy="9144000"/>
  <p:embeddedFontLst>
    <p:embeddedFont>
      <p:font typeface="Google Sans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4939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651ae8d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d3651ae8d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7959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5652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etiq-bmfbzin7kq-uc.a.run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BlackWizard123/MeetIQ---Agentic-Meeting-Intelligence/tree/Cloud-Ru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mission deck 1.png"/>
          <p:cNvPicPr preferRelativeResize="0"/>
          <p:nvPr/>
        </p:nvPicPr>
        <p:blipFill rotWithShape="1">
          <a:blip r:embed="rId3">
            <a:alphaModFix/>
          </a:blip>
          <a:srcRect b="45025"/>
          <a:stretch/>
        </p:blipFill>
        <p:spPr>
          <a:xfrm>
            <a:off x="0" y="-120340"/>
            <a:ext cx="9144000" cy="28275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B2DED95-675C-918F-89BF-97D94B87AD36}"/>
              </a:ext>
            </a:extLst>
          </p:cNvPr>
          <p:cNvSpPr txBox="1"/>
          <p:nvPr/>
        </p:nvSpPr>
        <p:spPr>
          <a:xfrm>
            <a:off x="304646" y="2707259"/>
            <a:ext cx="8534707" cy="2436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PARTICIPANT DETAILS</a:t>
            </a:r>
            <a:b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r>
              <a:rPr lang="en-GB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a.  Participant name        : </a:t>
            </a:r>
            <a:r>
              <a:rPr lang="en-GB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Hariharan C</a:t>
            </a:r>
            <a:br>
              <a:rPr lang="en-GB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r>
              <a:rPr lang="en-GB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b.  Problem Statement  :  </a:t>
            </a:r>
            <a:br>
              <a:rPr lang="en-GB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r>
              <a:rPr lang="en-GB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	</a:t>
            </a:r>
            <a: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Meetings create discussions, but not structured execution. </a:t>
            </a:r>
            <a:b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	Important decisions, tasks, and follow-ups are often lost in transcripts. </a:t>
            </a:r>
            <a:b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	Managers struggle to track responsibilities and team workload effectively. </a:t>
            </a:r>
            <a:b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	This leads to inefficiency, missed actions, and lack of accountability.</a:t>
            </a:r>
            <a:b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br>
              <a:rPr lang="en-IN" sz="1300" b="1" i="1" u="sng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endParaRPr lang="en-IN" sz="1300" b="1" i="1" u="sng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B2DED95-675C-918F-89BF-97D94B87AD36}"/>
              </a:ext>
            </a:extLst>
          </p:cNvPr>
          <p:cNvSpPr txBox="1"/>
          <p:nvPr/>
        </p:nvSpPr>
        <p:spPr>
          <a:xfrm>
            <a:off x="386421" y="344429"/>
            <a:ext cx="8534707" cy="3736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IMPORTANT LINKS</a:t>
            </a:r>
          </a:p>
          <a:p>
            <a:pPr>
              <a:lnSpc>
                <a:spcPct val="150000"/>
              </a:lnSpc>
            </a:pPr>
            <a:endParaRPr lang="en-GB"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342900" indent="-342900">
              <a:lnSpc>
                <a:spcPct val="150000"/>
              </a:lnSpc>
              <a:buAutoNum type="alphaLcPeriod"/>
            </a:pPr>
            <a:r>
              <a:rPr lang="en-GB" sz="16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Cloud-run URL : </a:t>
            </a:r>
            <a:r>
              <a:rPr lang="en-GB" sz="1600" b="1" i="1" u="sng" dirty="0">
                <a:solidFill>
                  <a:schemeClr val="accent5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  <a:hlinkClick r:id="rId3"/>
              </a:rPr>
              <a:t>https://meetiq-bmfbzin7kq-uc.a.run.app/</a:t>
            </a:r>
            <a:endParaRPr lang="en-GB" sz="1600" b="1" i="1" u="sng" dirty="0">
              <a:solidFill>
                <a:schemeClr val="accent5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>
              <a:lnSpc>
                <a:spcPct val="150000"/>
              </a:lnSpc>
            </a:pPr>
            <a:endParaRPr lang="en-GB" sz="1600" b="1" i="1" u="sng" dirty="0">
              <a:solidFill>
                <a:schemeClr val="accent5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342900" indent="-342900">
              <a:lnSpc>
                <a:spcPct val="150000"/>
              </a:lnSpc>
              <a:buAutoNum type="alphaLcPeriod"/>
            </a:pPr>
            <a:r>
              <a:rPr lang="en-IN" sz="1600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Github</a:t>
            </a:r>
            <a:r>
              <a:rPr lang="en-IN" sz="16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repo :  </a:t>
            </a:r>
            <a:r>
              <a:rPr lang="en-IN" sz="1600" b="1" i="1" u="sng" dirty="0">
                <a:solidFill>
                  <a:schemeClr val="accent5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  <a:hlinkClick r:id="rId4"/>
              </a:rPr>
              <a:t>https://github.com/BlackWizard123/MeetIQ---Agentic-Meeting-Intelligence/tree/Cloud-Run</a:t>
            </a:r>
            <a:endParaRPr lang="en-IN" sz="1600" b="1" i="1" u="sng" dirty="0">
              <a:solidFill>
                <a:schemeClr val="accent5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342900" indent="-342900">
              <a:lnSpc>
                <a:spcPct val="150000"/>
              </a:lnSpc>
              <a:buAutoNum type="alphaLcPeriod"/>
            </a:pPr>
            <a:endParaRPr lang="en-IN" sz="1600" b="1" i="1" u="sng" dirty="0">
              <a:solidFill>
                <a:schemeClr val="accent5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342900" indent="-342900">
              <a:lnSpc>
                <a:spcPct val="150000"/>
              </a:lnSpc>
              <a:buAutoNum type="alphaLcPeriod"/>
            </a:pPr>
            <a:r>
              <a:rPr lang="en-IN" sz="160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Youtube</a:t>
            </a:r>
            <a:r>
              <a:rPr lang="en-IN" sz="16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Demo video link :   </a:t>
            </a:r>
            <a:r>
              <a:rPr lang="en-IN" sz="1600" b="1" i="1" u="sng" dirty="0">
                <a:solidFill>
                  <a:schemeClr val="accent5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https://www.youtube.com/watch?v=jdCALd0zPkI</a:t>
            </a:r>
            <a:br>
              <a:rPr lang="en-IN" sz="16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br>
              <a:rPr lang="en-IN" sz="1600" b="1" i="1" u="sng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endParaRPr lang="en-IN" sz="1600" b="1" i="1" u="sng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945787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the idea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3125" y="127125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b="1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MeetIQ</a:t>
            </a: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is a system designed to automate post-meeting workflows by converting </a:t>
            </a:r>
            <a:r>
              <a:rPr lang="en-IN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raw meeting transcripts</a:t>
            </a: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into structured outputs.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It processes transcripts using multiple AI agents to extract key </a:t>
            </a:r>
            <a:r>
              <a:rPr lang="en-IN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discussion points, decisions, and action items.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Based on employee roles, skills, and current workload, tasks are </a:t>
            </a:r>
            <a:r>
              <a:rPr lang="en-IN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intelligently assigned and tracked</a:t>
            </a: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 system also generates </a:t>
            </a:r>
            <a:r>
              <a:rPr lang="en-IN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follow-up meetings </a:t>
            </a: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and updates </a:t>
            </a:r>
            <a:r>
              <a:rPr lang="en-IN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Sheets and Calendar </a:t>
            </a: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to maintain a centralized and up-to-date view of project execution.</a:t>
            </a:r>
            <a:endParaRPr sz="1400" b="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698825" y="1296325"/>
            <a:ext cx="745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36800" y="565596"/>
            <a:ext cx="8270400" cy="4074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Your solution should be able to explain the following:</a:t>
            </a:r>
            <a:b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endParaRPr lang="en-IN" sz="1100" b="1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How did you approach the common problem statement and translate it into a working solution using ADK, MCP/</a:t>
            </a:r>
            <a:r>
              <a:rPr lang="en-IN" sz="1100" b="1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AlloyDB</a:t>
            </a: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AI while ensuring Hackathon’s core requirements are met?</a:t>
            </a:r>
            <a:endParaRPr lang="en-IN" sz="11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1397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My PM was assigning tasks randomly, they were not equal, and with multiple projects to handle, tracking everything became almost impossible. I approached this by designing a multi-agent Al system using ADK, MCP and </a:t>
            </a:r>
            <a:r>
              <a:rPr lang="en-IN" sz="1100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AlloyDB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that takes meeting transcripts as input and automatically generates structured memos, assigns tasks fairly based on skills and workload, and keeps everything tracked in real-time.</a:t>
            </a:r>
          </a:p>
          <a:p>
            <a:pPr marL="1397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IN" sz="11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What real-world problem does your solution address, and what practical impact does it create for users?</a:t>
            </a:r>
            <a:endParaRPr lang="en-IN" sz="11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1397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It solves the real problem of unclear, uneven task assignment and poor tracking across multiple projects. It creates clarity, fairness, and accountability-so managers save time, teams stay aligned, and important work doesn't fall through the cracks.</a:t>
            </a:r>
          </a:p>
          <a:p>
            <a:pPr marL="1397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IN" sz="11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What is the core approach or workflow behind your solution?</a:t>
            </a:r>
            <a:endParaRPr lang="en-IN" sz="11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1397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Upload meeting transcript → Al agents extract memo, tasks, and follow-ups → tasks are assigned smartly based on skills and workload → outputs are stored and synced with Google Sheets, Calendar, and Tasks for live tracking and </a:t>
            </a: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follow-through.</a:t>
            </a:r>
            <a:endParaRPr lang="en-IN" sz="1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63125" y="787050"/>
            <a:ext cx="8270400" cy="400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b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</a:br>
            <a:endParaRPr sz="1300" b="1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300" b="1" i="0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How different is it from any of the other existing ideas?</a:t>
            </a:r>
          </a:p>
          <a:p>
            <a:pPr marL="4254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Most existing tools either generate meeting summaries or provide task tracking separately.</a:t>
            </a:r>
          </a:p>
          <a:p>
            <a:pPr marL="4254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300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MeetIQ</a:t>
            </a:r>
            <a:r>
              <a:rPr lang="en-IN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goes beyond this by combining understanding, decision extraction, task assignment, and execution tracking into a single automated pipeline.</a:t>
            </a:r>
          </a:p>
          <a:p>
            <a:pPr marL="4254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It not only captures what was discussed, but also ensures what needs to be done is assigned, scheduled, and tracked.</a:t>
            </a:r>
          </a:p>
          <a:p>
            <a:pPr marL="1397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sz="1300" b="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oogle Sans"/>
              <a:buChar char="●"/>
            </a:pPr>
            <a:r>
              <a:rPr lang="en-GB" sz="1300" b="1" i="0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USP of the proposed solution</a:t>
            </a:r>
          </a:p>
          <a:p>
            <a:pPr marL="1270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IN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End-to-end automation from meeting transcript to execution — including intelligent task assignment based on skills and workload, with real-time integration into Google Workspace for continuous tracking.</a:t>
            </a:r>
            <a:endParaRPr sz="1300" b="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B5E13-ED82-F8BF-12F6-58E912AD278E}"/>
              </a:ext>
            </a:extLst>
          </p:cNvPr>
          <p:cNvSpPr txBox="1"/>
          <p:nvPr/>
        </p:nvSpPr>
        <p:spPr>
          <a:xfrm>
            <a:off x="678715" y="1271250"/>
            <a:ext cx="6924907" cy="2969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AI-generated memos, tasks, and meeting briefings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Smart task assignment based on skills and workload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Automatic follow-up meeting suggestions and scheduling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Sheets, Calendar, and Tasks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Live tracking of tasks and team workload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Editable task review and confirmation workflow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Centralized meeting history and transcript library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Real-time synchronization across all tools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End-to-end automation from transcript to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C82B68-B370-CD38-C0DD-870284889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11" y="1390196"/>
            <a:ext cx="4809777" cy="3238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solution: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9BF371-F4D7-37EA-00F5-C377B51EA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784" y="1271250"/>
            <a:ext cx="4568431" cy="36423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/Google Services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used in the solution</a:t>
            </a:r>
            <a:br>
              <a:rPr lang="en-GB" sz="10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GB" sz="10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(</a:t>
            </a:r>
            <a:r>
              <a:rPr lang="en-GB" sz="1000" dirty="0">
                <a:latin typeface="Google Sans"/>
                <a:ea typeface="Google Sans"/>
                <a:cs typeface="Google Sans"/>
                <a:sym typeface="Google Sans"/>
              </a:rPr>
              <a:t>Why did you choose your specific AI stack and system design, and how does it support scalability and real-world deployment?)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463125" y="1459551"/>
            <a:ext cx="8270400" cy="225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AI &amp; Intelligence : </a:t>
            </a:r>
            <a:r>
              <a:rPr lang="it-IT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Vertex AI (Gemini Flash &amp; Pro)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Backend &amp; System Design</a:t>
            </a:r>
            <a:r>
              <a:rPr lang="en-IN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:</a:t>
            </a:r>
            <a:r>
              <a:rPr lang="it-IT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 </a:t>
            </a:r>
            <a:r>
              <a:rPr lang="en-IN" sz="1300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FastAPI</a:t>
            </a:r>
            <a:r>
              <a:rPr lang="en-IN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+ Python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Agent </a:t>
            </a:r>
            <a:r>
              <a:rPr lang="en-IN" sz="1300" b="1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Frameword</a:t>
            </a:r>
            <a: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</a:t>
            </a:r>
            <a:r>
              <a:rPr lang="en-IN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: ADK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Cloud Platform :  </a:t>
            </a:r>
            <a:r>
              <a:rPr lang="en-IN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Cloud Build &amp; Container Registry, Cloud Storage (GCS), Cloud SQL (PostgreSQL), Cloud Run, </a:t>
            </a:r>
            <a:r>
              <a:rPr lang="en-IN" sz="1300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AlloyDB</a:t>
            </a:r>
            <a:endParaRPr lang="en-IN" sz="13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IN" sz="13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Workspace Integration </a:t>
            </a:r>
            <a:r>
              <a:rPr lang="en-IN" sz="13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: Sheets, Calendar, Tasks APIs</a:t>
            </a:r>
            <a:endParaRPr lang="it-IT" sz="13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en-IN" sz="1300" b="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2CF400-FEFE-99E8-B206-11DDFFD36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25" y="3663912"/>
            <a:ext cx="8442982" cy="1032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Why this stack?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Chosen to build a scalable, serverless, and production-ready system where AI handles intelligence, while GCP services ensure reliability, persistence, and seamless real-world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679525" y="1014075"/>
            <a:ext cx="7840800" cy="3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prototype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5CE0F6-6E7F-3E9A-F0F9-24FD84C15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071" y="1271250"/>
            <a:ext cx="6557411" cy="37022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5601723" y="1546342"/>
            <a:ext cx="3111889" cy="1164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Please go through the Demo video for better portal walkthrough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D57DF-495C-3ECE-4434-F148FAAD9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496" y="598749"/>
            <a:ext cx="2927444" cy="422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512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679525" y="1014075"/>
            <a:ext cx="7840800" cy="3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331EF-52CB-5B86-78F2-61ACD125D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56" y="661847"/>
            <a:ext cx="3929674" cy="4334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33498B-12E5-F2EC-2BAE-796112ABB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140" y="736486"/>
            <a:ext cx="4608046" cy="418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31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 title="Submission deck tq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752</Words>
  <Application>Microsoft Office PowerPoint</Application>
  <PresentationFormat>On-screen Show (16:9)</PresentationFormat>
  <Paragraphs>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Google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 A R I H A R A N</dc:creator>
  <cp:lastModifiedBy>Hari haran</cp:lastModifiedBy>
  <cp:revision>3</cp:revision>
  <dcterms:modified xsi:type="dcterms:W3CDTF">2026-04-08T16:43:29Z</dcterms:modified>
</cp:coreProperties>
</file>